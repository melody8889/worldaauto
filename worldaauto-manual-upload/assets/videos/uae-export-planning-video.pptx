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E6583-FD92-ED2E-15D2-C766B2BDA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27BD57-2504-D6D1-4F88-A390E81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A24E2-0053-5F28-567E-AD722FA1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061EE-952B-77EA-A032-CF706B09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10DE6-47D5-86A8-0488-9A9A04FD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38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DC295-45FA-B159-F0E1-960CF1FF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06A2D9-8B50-6473-BF2B-6356AE359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6B31E2-D7FC-570A-E217-550EE5AE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276327-1E7C-501E-F0B7-91C86ECB2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36E07-D15E-CE9B-CDDB-96E9F2A7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05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A80D9-8A1B-BEBD-8080-E76FEEFD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621944-2D77-6477-6152-42665C66C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80751F-8BC5-3868-1EA7-A4D5501E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CDCEFF-B982-A45D-6B23-C08256AD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8B6D48-6DFD-8F15-4B7E-E32AF18F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29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F5A1B-FBCF-9179-571C-FC9C8728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6F1D0C-6E36-4DD0-D1F7-53787D4AC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422B69-4706-9CF4-AE72-B1077A5C7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092E45-28C6-5579-D7DC-85414D57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7A871B-95E9-E492-A4BE-D94D4D9B3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BB17AD-DED3-A49E-2DEA-B29DD48A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45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F7F7C-4581-BF4A-29A1-AC6C24206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C0CE89-2064-6644-A44E-F8B9828E2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BA3C91-4112-385A-E6F5-524BC7F35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647889-E564-6C88-B3C4-0E3934E9D7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47DF2A-93A6-4CA4-BB38-AF7531C2F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D75169-2C76-E565-F600-89DC8F13B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3D4080-A0C4-4E08-0419-FCE1B18B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86A7C9-4F10-EABD-7A12-2E31738E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7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B06B74-12D0-C9D3-E84E-BC6EAA0B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E914FC-D67C-1176-DC8F-2D88A151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3CC880-3D3D-3324-0A99-3DAD6F90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8FA9B7-A258-C76C-6006-DD3CF8D6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53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2B92F4-B3E2-F01D-86D1-AEC82959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5B4D5D-DB49-4895-656F-90085031D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27178F-106F-57D2-5AC1-451AEEF6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01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7B815-006B-C128-7358-7AA920F1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380FB3-79A2-7E12-B61E-EFABE6E3E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AE7474-BFDD-A38B-A10A-E8238BC1F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94BAD0-9C67-27DB-98AF-5924BA29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9C2890-9B03-17FD-EF4C-41E3341F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DACC05-A623-B660-B813-C0C2810E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09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E8928-8D8C-C1E7-D8AB-147E7F33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45E29B-19E2-DD1C-6ED2-82B3B1456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F8620B-C1E2-BFC8-3650-6041B658F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4506ED-400F-9C3E-4D6B-FB93B4BE0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F68FAE-FFD1-B21D-FA26-5C8B342C9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80A0AF-502B-FF3C-15A3-666B7D3C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58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3E187-626A-58A7-C080-205E7BA0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835F9A-75C3-4242-4293-C40C52746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E1EF69-C6EA-F29C-1281-B4651B41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D382B5-63FE-75CC-436C-689B4ACF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BEDFDC-C49B-226B-7192-8B31FC50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14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54A1A6-4B67-39A5-7AC8-7067D792B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9FE862-B934-1237-A9B0-7E8ACA97D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E2AAC5-9D6B-2757-D225-604A49B7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73AB25-F4B5-81B3-B0EE-D726F72E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07C340-8B8B-01B8-F626-4A87067C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83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767476-3323-D31E-75B9-2FB41F2F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4D2D6C-8623-6019-A7D7-C6876B78F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F42256-D72A-4C64-1219-380E3984DB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02818-5DDF-4752-B891-3C68649110C3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FA7D2-383B-7B06-8F45-301F8164E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9841-2C72-5AEC-2FB7-7CBD653FC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1435A-0AED-4564-810C-9726752A40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64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9ED6EB-41D9-0167-AA22-8CC4F627F48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600" y="-254000"/>
            <a:ext cx="16967200" cy="9550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2808068-BF0C-DE67-4C35-C5DC06202E0D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21A1A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C758BB-9F89-7919-82CB-0C0FB01F47AD}"/>
              </a:ext>
            </a:extLst>
          </p:cNvPr>
          <p:cNvSpPr/>
          <p:nvPr/>
        </p:nvSpPr>
        <p:spPr>
          <a:xfrm>
            <a:off x="0" y="0"/>
            <a:ext cx="9652000" cy="9144000"/>
          </a:xfrm>
          <a:prstGeom prst="rect">
            <a:avLst/>
          </a:prstGeom>
          <a:solidFill>
            <a:srgbClr val="0F0E0D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1FABFE4-8452-7245-7D44-5D6BF1DAD4B4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0" y="355600"/>
            <a:ext cx="23495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848009A-22BC-BAB4-E2D1-F20535D77859}"/>
              </a:ext>
            </a:extLst>
          </p:cNvPr>
          <p:cNvSpPr txBox="1"/>
          <p:nvPr/>
        </p:nvSpPr>
        <p:spPr>
          <a:xfrm>
            <a:off x="838200" y="1066800"/>
            <a:ext cx="9652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D8AD57"/>
                </a:solidFill>
                <a:latin typeface="Arial" panose="020B0604020202020204" pitchFamily="34" charset="0"/>
              </a:rPr>
              <a:t>Destination: United Arab Emirates</a:t>
            </a:r>
            <a:endParaRPr lang="zh-CN" altLang="en-US" sz="2500" b="1">
              <a:solidFill>
                <a:srgbClr val="D8AD57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E509BE-773F-B8C7-7F97-C50931D42B74}"/>
              </a:ext>
            </a:extLst>
          </p:cNvPr>
          <p:cNvSpPr txBox="1"/>
          <p:nvPr/>
        </p:nvSpPr>
        <p:spPr>
          <a:xfrm>
            <a:off x="838200" y="1854200"/>
            <a:ext cx="9652000" cy="178510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5800" b="1">
                <a:solidFill>
                  <a:srgbClr val="FFFFFF"/>
                </a:solidFill>
                <a:latin typeface="Arial" panose="020B0604020202020204" pitchFamily="34" charset="0"/>
              </a:rPr>
              <a:t>Regional Export Planning for UAE Buyers</a:t>
            </a:r>
            <a:endParaRPr lang="zh-CN" altLang="en-US" sz="5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5ACC28-9DE4-6AAA-B957-8DF052050DA4}"/>
              </a:ext>
            </a:extLst>
          </p:cNvPr>
          <p:cNvSpPr txBox="1"/>
          <p:nvPr/>
        </p:nvSpPr>
        <p:spPr>
          <a:xfrm>
            <a:off x="889000" y="5130800"/>
            <a:ext cx="96520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100" b="1">
                <a:solidFill>
                  <a:srgbClr val="FFFFFF"/>
                </a:solidFill>
                <a:latin typeface="Arial" panose="020B0604020202020204" pitchFamily="34" charset="0"/>
              </a:rPr>
              <a:t>Plan the route before placing the order.</a:t>
            </a:r>
            <a:endParaRPr lang="zh-CN" altLang="en-US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679F86D-AE14-A011-7442-5561BD9F4EAA}"/>
              </a:ext>
            </a:extLst>
          </p:cNvPr>
          <p:cNvSpPr/>
          <p:nvPr/>
        </p:nvSpPr>
        <p:spPr>
          <a:xfrm>
            <a:off x="889000" y="7429500"/>
            <a:ext cx="4318000" cy="660400"/>
          </a:xfrm>
          <a:prstGeom prst="roundRect">
            <a:avLst/>
          </a:prstGeom>
          <a:solidFill>
            <a:srgbClr val="D8AD57">
              <a:alpha val="95000"/>
            </a:srgbClr>
          </a:solidFill>
          <a:ln>
            <a:solidFill>
              <a:srgbClr val="D8A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UAE Destination Planning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893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DDB8B0-E03D-664B-2A35-86A5CEB7E9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600" y="-254000"/>
            <a:ext cx="16967200" cy="9550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F4DCAAD-A34C-8B5D-3FC2-D0B8B88DBBCA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21A1A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77BE13-CBAC-625F-D57F-A646F3B334A1}"/>
              </a:ext>
            </a:extLst>
          </p:cNvPr>
          <p:cNvSpPr/>
          <p:nvPr/>
        </p:nvSpPr>
        <p:spPr>
          <a:xfrm>
            <a:off x="0" y="0"/>
            <a:ext cx="9652000" cy="9144000"/>
          </a:xfrm>
          <a:prstGeom prst="rect">
            <a:avLst/>
          </a:prstGeom>
          <a:solidFill>
            <a:srgbClr val="0F0E0D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BE9F31-3518-B5F2-D562-7417C3C044FC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0" y="355600"/>
            <a:ext cx="23495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2EE2DB0-39C7-4719-3F5E-6363D987B0FF}"/>
              </a:ext>
            </a:extLst>
          </p:cNvPr>
          <p:cNvSpPr txBox="1"/>
          <p:nvPr/>
        </p:nvSpPr>
        <p:spPr>
          <a:xfrm>
            <a:off x="838200" y="1066800"/>
            <a:ext cx="9652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D8AD57"/>
                </a:solidFill>
                <a:latin typeface="Arial" panose="020B0604020202020204" pitchFamily="34" charset="0"/>
              </a:rPr>
              <a:t>Destination: United Arab Emirates</a:t>
            </a:r>
            <a:endParaRPr lang="zh-CN" altLang="en-US" sz="2500" b="1">
              <a:solidFill>
                <a:srgbClr val="D8AD57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E9FA2A-F000-CF31-BC50-8566530A96F9}"/>
              </a:ext>
            </a:extLst>
          </p:cNvPr>
          <p:cNvSpPr txBox="1"/>
          <p:nvPr/>
        </p:nvSpPr>
        <p:spPr>
          <a:xfrm>
            <a:off x="838200" y="1854200"/>
            <a:ext cx="9652000" cy="178510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5800" b="1">
                <a:solidFill>
                  <a:srgbClr val="FFFFFF"/>
                </a:solidFill>
                <a:latin typeface="Arial" panose="020B0604020202020204" pitchFamily="34" charset="0"/>
              </a:rPr>
              <a:t>Route Planning by Destination Port</a:t>
            </a:r>
            <a:endParaRPr lang="zh-CN" altLang="en-US" sz="5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F68538-2768-4532-B688-25BBF1E3482D}"/>
              </a:ext>
            </a:extLst>
          </p:cNvPr>
          <p:cNvSpPr txBox="1"/>
          <p:nvPr/>
        </p:nvSpPr>
        <p:spPr>
          <a:xfrm>
            <a:off x="889000" y="5130800"/>
            <a:ext cx="9652000" cy="95410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100" b="1">
                <a:solidFill>
                  <a:srgbClr val="FFFFFF"/>
                </a:solidFill>
                <a:latin typeface="Arial" panose="020B0604020202020204" pitchFamily="34" charset="0"/>
              </a:rPr>
              <a:t>China to UAE shipment routes checked by port, schedule and quantity.</a:t>
            </a:r>
            <a:endParaRPr lang="zh-CN" altLang="en-US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53DCC39-9D4F-5C7A-D94A-6DFA2E5C9654}"/>
              </a:ext>
            </a:extLst>
          </p:cNvPr>
          <p:cNvSpPr/>
          <p:nvPr/>
        </p:nvSpPr>
        <p:spPr>
          <a:xfrm>
            <a:off x="889000" y="7429500"/>
            <a:ext cx="4318000" cy="660400"/>
          </a:xfrm>
          <a:prstGeom prst="roundRect">
            <a:avLst/>
          </a:prstGeom>
          <a:solidFill>
            <a:srgbClr val="D8AD57">
              <a:alpha val="95000"/>
            </a:srgbClr>
          </a:solidFill>
          <a:ln>
            <a:solidFill>
              <a:srgbClr val="D8A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Port Route + Delivery Time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410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84185C-5936-21C1-E937-6A9CBCF9F4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600" y="-254000"/>
            <a:ext cx="16967200" cy="9550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C4B9054-14B5-E5FB-9AB6-AEF50D01184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21A1A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54FB95-7A46-0FD6-2B6D-ED488E5D52E0}"/>
              </a:ext>
            </a:extLst>
          </p:cNvPr>
          <p:cNvSpPr/>
          <p:nvPr/>
        </p:nvSpPr>
        <p:spPr>
          <a:xfrm>
            <a:off x="0" y="0"/>
            <a:ext cx="9652000" cy="9144000"/>
          </a:xfrm>
          <a:prstGeom prst="rect">
            <a:avLst/>
          </a:prstGeom>
          <a:solidFill>
            <a:srgbClr val="0F0E0D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A345812-199F-E302-55FF-FAE060684343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0" y="355600"/>
            <a:ext cx="23495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3F647C0-D264-FBB7-44D4-5022A106E95E}"/>
              </a:ext>
            </a:extLst>
          </p:cNvPr>
          <p:cNvSpPr txBox="1"/>
          <p:nvPr/>
        </p:nvSpPr>
        <p:spPr>
          <a:xfrm>
            <a:off x="838200" y="1066800"/>
            <a:ext cx="9652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D8AD57"/>
                </a:solidFill>
                <a:latin typeface="Arial" panose="020B0604020202020204" pitchFamily="34" charset="0"/>
              </a:rPr>
              <a:t>Destination: United Arab Emirates</a:t>
            </a:r>
            <a:endParaRPr lang="zh-CN" altLang="en-US" sz="2500" b="1">
              <a:solidFill>
                <a:srgbClr val="D8AD57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E18141-6FD2-D80C-F48C-176D4520DB42}"/>
              </a:ext>
            </a:extLst>
          </p:cNvPr>
          <p:cNvSpPr txBox="1"/>
          <p:nvPr/>
        </p:nvSpPr>
        <p:spPr>
          <a:xfrm>
            <a:off x="838200" y="1854200"/>
            <a:ext cx="9652000" cy="178510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5800" b="1">
                <a:solidFill>
                  <a:srgbClr val="FFFFFF"/>
                </a:solidFill>
                <a:latin typeface="Arial" panose="020B0604020202020204" pitchFamily="34" charset="0"/>
              </a:rPr>
              <a:t>Documents Checked Before Shipment</a:t>
            </a:r>
            <a:endParaRPr lang="zh-CN" altLang="en-US" sz="5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E01B83-347B-DE20-90A7-E23035CC3E2F}"/>
              </a:ext>
            </a:extLst>
          </p:cNvPr>
          <p:cNvSpPr txBox="1"/>
          <p:nvPr/>
        </p:nvSpPr>
        <p:spPr>
          <a:xfrm>
            <a:off x="889000" y="5130800"/>
            <a:ext cx="9652000" cy="95410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100" b="1">
                <a:solidFill>
                  <a:srgbClr val="FFFFFF"/>
                </a:solidFill>
                <a:latin typeface="Arial" panose="020B0604020202020204" pitchFamily="34" charset="0"/>
              </a:rPr>
              <a:t>Invoice, packing list, export declaration and origin documents coordinated in advance.</a:t>
            </a:r>
            <a:endParaRPr lang="zh-CN" altLang="en-US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30A2631-9B34-F48F-709A-0379FFF9A8FF}"/>
              </a:ext>
            </a:extLst>
          </p:cNvPr>
          <p:cNvSpPr/>
          <p:nvPr/>
        </p:nvSpPr>
        <p:spPr>
          <a:xfrm>
            <a:off x="889000" y="7429500"/>
            <a:ext cx="4318000" cy="660400"/>
          </a:xfrm>
          <a:prstGeom prst="roundRect">
            <a:avLst/>
          </a:prstGeom>
          <a:solidFill>
            <a:srgbClr val="D8AD57">
              <a:alpha val="95000"/>
            </a:srgbClr>
          </a:solidFill>
          <a:ln>
            <a:solidFill>
              <a:srgbClr val="D8A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Export Document Review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012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A7BDB6-0C6C-7774-2E69-67702E24AF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600" y="-254000"/>
            <a:ext cx="16967200" cy="9550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78AC34B-0067-F6C0-8A4A-1A9D14AA7FE2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21A1A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D004C7-DF97-3766-59F1-F5FC3DE034AF}"/>
              </a:ext>
            </a:extLst>
          </p:cNvPr>
          <p:cNvSpPr/>
          <p:nvPr/>
        </p:nvSpPr>
        <p:spPr>
          <a:xfrm>
            <a:off x="0" y="0"/>
            <a:ext cx="9652000" cy="9144000"/>
          </a:xfrm>
          <a:prstGeom prst="rect">
            <a:avLst/>
          </a:prstGeom>
          <a:solidFill>
            <a:srgbClr val="0F0E0D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02A4E2-2E64-4D4E-0962-3D1DB115B12D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0" y="355600"/>
            <a:ext cx="23495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95C4198-8219-79D3-542B-0BE12181683B}"/>
              </a:ext>
            </a:extLst>
          </p:cNvPr>
          <p:cNvSpPr txBox="1"/>
          <p:nvPr/>
        </p:nvSpPr>
        <p:spPr>
          <a:xfrm>
            <a:off x="838200" y="1066800"/>
            <a:ext cx="9652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D8AD57"/>
                </a:solidFill>
                <a:latin typeface="Arial" panose="020B0604020202020204" pitchFamily="34" charset="0"/>
              </a:rPr>
              <a:t>Destination: United Arab Emirates</a:t>
            </a:r>
            <a:endParaRPr lang="zh-CN" altLang="en-US" sz="2500" b="1">
              <a:solidFill>
                <a:srgbClr val="D8AD57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DD8941-486D-4B78-EBAF-65450FF7AB61}"/>
              </a:ext>
            </a:extLst>
          </p:cNvPr>
          <p:cNvSpPr txBox="1"/>
          <p:nvPr/>
        </p:nvSpPr>
        <p:spPr>
          <a:xfrm>
            <a:off x="838200" y="1854200"/>
            <a:ext cx="9652000" cy="178510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5800" b="1">
                <a:solidFill>
                  <a:srgbClr val="FFFFFF"/>
                </a:solidFill>
                <a:latin typeface="Arial" panose="020B0604020202020204" pitchFamily="34" charset="0"/>
              </a:rPr>
              <a:t>Sea Freight and Land Transport Options</a:t>
            </a:r>
            <a:endParaRPr lang="zh-CN" altLang="en-US" sz="5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382810-1CE1-0F8C-C92C-E9F3B13CBA5E}"/>
              </a:ext>
            </a:extLst>
          </p:cNvPr>
          <p:cNvSpPr txBox="1"/>
          <p:nvPr/>
        </p:nvSpPr>
        <p:spPr>
          <a:xfrm>
            <a:off x="889000" y="5130800"/>
            <a:ext cx="9652000" cy="95410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100" b="1">
                <a:solidFill>
                  <a:srgbClr val="FFFFFF"/>
                </a:solidFill>
                <a:latin typeface="Arial" panose="020B0604020202020204" pitchFamily="34" charset="0"/>
              </a:rPr>
              <a:t>Shipment method selected by destination, delivery schedule and customs route.</a:t>
            </a:r>
            <a:endParaRPr lang="zh-CN" altLang="en-US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88857A4-9889-B331-ECC7-ACE4ED3B880A}"/>
              </a:ext>
            </a:extLst>
          </p:cNvPr>
          <p:cNvSpPr/>
          <p:nvPr/>
        </p:nvSpPr>
        <p:spPr>
          <a:xfrm>
            <a:off x="889000" y="7429500"/>
            <a:ext cx="4318000" cy="660400"/>
          </a:xfrm>
          <a:prstGeom prst="roundRect">
            <a:avLst/>
          </a:prstGeom>
          <a:solidFill>
            <a:srgbClr val="D8AD57">
              <a:alpha val="95000"/>
            </a:srgbClr>
          </a:solidFill>
          <a:ln>
            <a:solidFill>
              <a:srgbClr val="D8A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Transport Coordination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870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FF5E55-93D2-EE66-D0C7-A94C32FB315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5600" y="-254000"/>
            <a:ext cx="16967200" cy="9550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9B6180B-F310-F65F-3579-9C4587EE9C01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21A1A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45501E-061C-3CDE-9AC2-BEEC3A11B457}"/>
              </a:ext>
            </a:extLst>
          </p:cNvPr>
          <p:cNvSpPr/>
          <p:nvPr/>
        </p:nvSpPr>
        <p:spPr>
          <a:xfrm>
            <a:off x="0" y="0"/>
            <a:ext cx="9652000" cy="9144000"/>
          </a:xfrm>
          <a:prstGeom prst="rect">
            <a:avLst/>
          </a:prstGeom>
          <a:solidFill>
            <a:srgbClr val="0F0E0D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9E7BBA-B7C9-051F-303E-DBD2DD595998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0" y="355600"/>
            <a:ext cx="2349500" cy="8128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CB78E36-9D8F-DAC7-540E-E46A3FC05BAB}"/>
              </a:ext>
            </a:extLst>
          </p:cNvPr>
          <p:cNvSpPr txBox="1"/>
          <p:nvPr/>
        </p:nvSpPr>
        <p:spPr>
          <a:xfrm>
            <a:off x="838200" y="1066800"/>
            <a:ext cx="9652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D8AD57"/>
                </a:solidFill>
                <a:latin typeface="Arial" panose="020B0604020202020204" pitchFamily="34" charset="0"/>
              </a:rPr>
              <a:t>Destination: United Arab Emirates</a:t>
            </a:r>
            <a:endParaRPr lang="zh-CN" altLang="en-US" sz="2500" b="1">
              <a:solidFill>
                <a:srgbClr val="D8AD57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7A7FB6-378E-45CA-E8B0-FF2A9B78A735}"/>
              </a:ext>
            </a:extLst>
          </p:cNvPr>
          <p:cNvSpPr txBox="1"/>
          <p:nvPr/>
        </p:nvSpPr>
        <p:spPr>
          <a:xfrm>
            <a:off x="838200" y="1854200"/>
            <a:ext cx="9652000" cy="178510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5800" b="1">
                <a:solidFill>
                  <a:srgbClr val="FFFFFF"/>
                </a:solidFill>
                <a:latin typeface="Arial" panose="020B0604020202020204" pitchFamily="34" charset="0"/>
              </a:rPr>
              <a:t>Clear Plan Before Order Execution</a:t>
            </a:r>
            <a:endParaRPr lang="zh-CN" altLang="en-US" sz="5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AD8709-E18C-AF0E-124B-24776252A230}"/>
              </a:ext>
            </a:extLst>
          </p:cNvPr>
          <p:cNvSpPr txBox="1"/>
          <p:nvPr/>
        </p:nvSpPr>
        <p:spPr>
          <a:xfrm>
            <a:off x="889000" y="5130800"/>
            <a:ext cx="9652000" cy="95410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100" b="1">
                <a:solidFill>
                  <a:srgbClr val="FFFFFF"/>
                </a:solidFill>
                <a:latin typeface="Arial" panose="020B0604020202020204" pitchFamily="34" charset="0"/>
              </a:rPr>
              <a:t>Worlda Global Auto supports UAE buyers from stock confirmation to shipment.</a:t>
            </a:r>
            <a:endParaRPr lang="zh-CN" altLang="en-US" sz="3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37F1719-31B5-F8F0-B260-0845C76AD656}"/>
              </a:ext>
            </a:extLst>
          </p:cNvPr>
          <p:cNvSpPr/>
          <p:nvPr/>
        </p:nvSpPr>
        <p:spPr>
          <a:xfrm>
            <a:off x="889000" y="7429500"/>
            <a:ext cx="4318000" cy="660400"/>
          </a:xfrm>
          <a:prstGeom prst="roundRect">
            <a:avLst/>
          </a:prstGeom>
          <a:solidFill>
            <a:srgbClr val="D8AD57">
              <a:alpha val="95000"/>
            </a:srgbClr>
          </a:solidFill>
          <a:ln>
            <a:solidFill>
              <a:srgbClr val="D8A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2100" b="1">
                <a:solidFill>
                  <a:srgbClr val="FFFFFF"/>
                </a:solidFill>
                <a:latin typeface="Arial" panose="020B0604020202020204" pitchFamily="34" charset="0"/>
              </a:rPr>
              <a:t>WhatsApp: +86 13810710061</a:t>
            </a:r>
            <a:endParaRPr lang="zh-CN" altLang="en-US" sz="2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16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自定义</PresentationFormat>
  <Paragraphs>20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melody cheung</dc:creator>
  <cp:lastModifiedBy>melody cheung</cp:lastModifiedBy>
  <cp:revision>1</cp:revision>
  <dcterms:created xsi:type="dcterms:W3CDTF">2026-06-30T07:23:24Z</dcterms:created>
  <dcterms:modified xsi:type="dcterms:W3CDTF">2026-06-30T07:23:24Z</dcterms:modified>
</cp:coreProperties>
</file>