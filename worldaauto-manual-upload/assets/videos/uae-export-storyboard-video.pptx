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4F07D-B881-0112-AB36-AC563A418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2E2BD1-D53F-3B98-DAF6-68FA0794C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9A7C84-391B-17CD-A739-838F98145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5221-6C23-4E1A-9213-6E330DD18D2A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5630AC-1691-C1A0-DAF3-949AE3C4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ADF2CF-9DC1-6D33-2844-45418F8D0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2EBC-9363-4D2F-A311-FA765B77B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239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DD97A9-6A94-58BB-B8D7-05D392BFC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875A9C-1EF5-4EBD-FAB4-56F4D7B5E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3FCFB4-36C8-9916-B118-7B51B81DC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5221-6C23-4E1A-9213-6E330DD18D2A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56F7E9-C3DF-84B2-1C83-8F9D662DA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CA30E-61E1-16A6-34FC-74817B1E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2EBC-9363-4D2F-A311-FA765B77B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8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B84D4A-D180-8CC9-A21A-FB839FC80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038515-B521-29DA-C23A-D9C10EF38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0B2EDA-BBE0-D1DB-D674-FAC928524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5221-6C23-4E1A-9213-6E330DD18D2A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18F4F6-6BEE-41AC-75FE-D59921D95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54B01E-F9A5-87D7-273E-26BA68DF3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2EBC-9363-4D2F-A311-FA765B77B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09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10568-1DAC-8EBE-74F4-53EC3C19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56EE94-6690-2F96-BE2D-C150AB4FA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489AFC-B3A7-B5B2-5EB6-C4A288DF3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B4BD26-8D04-8CCE-18FE-732E3F289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5221-6C23-4E1A-9213-6E330DD18D2A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653E96-BEAB-7902-E879-7552ABCC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569AC7-7A34-AC1D-D596-88CE8799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2EBC-9363-4D2F-A311-FA765B77B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635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DEDEBA-0918-5273-2388-E0706A86A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837172-81E2-AA44-B222-A60444E39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2A9C90-AD96-4845-3D76-ED7EDC70E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BBBB0B-17F8-F02B-3F3D-C08CAE7DFF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1AFD042-549B-CE56-0539-72972875DC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1E67C9-6281-4A6F-19BD-D54EDB323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5221-6C23-4E1A-9213-6E330DD18D2A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0BBC1A-25AE-B6A2-0DE7-16CE398E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1E6AD1-314B-CA3D-A67A-1227F696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2EBC-9363-4D2F-A311-FA765B77B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989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63062-A387-DC65-4FB4-89D1ED331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3DC30D-2DEA-DA54-6BF4-8B1757D4D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5221-6C23-4E1A-9213-6E330DD18D2A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BC09C0-B0CD-2977-4E1E-E119D51D5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B67490-8B54-AE2A-C849-1ECA8A372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2EBC-9363-4D2F-A311-FA765B77B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66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B388B3-EB57-7FF5-1E8A-47D20C266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5221-6C23-4E1A-9213-6E330DD18D2A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94A48D-0A53-7467-345E-5CA58C23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9BA4E0-AF3F-EE67-F6E3-2391EA0BA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2EBC-9363-4D2F-A311-FA765B77B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474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72F15-2411-0741-F293-DBEEDB81E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D6607A-77FF-CFB2-715A-9C71C8180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9A1F85-F3B0-1094-A3A0-7383EB7CD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0F2B56-DFE4-5CB0-659E-045CDB611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5221-6C23-4E1A-9213-6E330DD18D2A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BA980D-D736-795F-1252-CD2E4C72D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CA0A17-10A8-2B79-0181-64B5F252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2EBC-9363-4D2F-A311-FA765B77B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80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5F3C9-AE20-4C40-D88B-F4571FCEC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F1CC64-4C29-D83F-DB81-EA710CE234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56E47D-C520-ACF3-6349-38509EA4B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2AB045-EED6-F991-A55F-F0EAFCEBB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5221-6C23-4E1A-9213-6E330DD18D2A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46C6AA-D6B6-B25C-414A-9EE4ADC3F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C8EF17-5DB7-8CA5-B93B-C1415CD9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2EBC-9363-4D2F-A311-FA765B77B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337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7335A-9DCD-542E-8BC3-90FF1712F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51142C-C90E-1730-F3DF-6E9D4FDD9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DDF17D-81AD-E3AA-F873-8D320FC2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5221-6C23-4E1A-9213-6E330DD18D2A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D041BC-4CF6-CD68-D20B-F355BD63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9FE3C0-43A2-0EFF-E13B-56D408167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2EBC-9363-4D2F-A311-FA765B77B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12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E07E35-EA67-E101-5409-FE1AD3587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EB2589-95B4-EE9D-0F48-3E1D8B7DB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758007-CB3E-B444-91AC-C24B2463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5221-6C23-4E1A-9213-6E330DD18D2A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72356C-0765-C1B9-AEF0-4AB2160C3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9AEF9D-2E00-51AD-0A58-BB67F158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2EBC-9363-4D2F-A311-FA765B77B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85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9971FB-F403-8668-282C-526ACFCE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9BE73-58A7-8533-022F-63130B5F8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BD7754-8339-538D-EEB8-F034B4162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05221-6C23-4E1A-9213-6E330DD18D2A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1F2AC3-7593-EE44-F1A7-962D433F04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E62479-C55A-CBC0-19CF-17B1536C9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72EBC-9363-4D2F-A311-FA765B77B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40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8A0CBE9-F8DC-D29F-1611-EC942CD6326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31"/>
            <a:ext cx="16256000" cy="914886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38FC3F9-C6C5-D84F-116C-F3D6A4A96CE9}"/>
              </a:ext>
            </a:extLst>
          </p:cNvPr>
          <p:cNvSpPr/>
          <p:nvPr/>
        </p:nvSpPr>
        <p:spPr>
          <a:xfrm>
            <a:off x="0" y="0"/>
            <a:ext cx="16256000" cy="1841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53AD4F-3FD5-4F3A-E79B-09F754BA9365}"/>
              </a:ext>
            </a:extLst>
          </p:cNvPr>
          <p:cNvSpPr/>
          <p:nvPr/>
        </p:nvSpPr>
        <p:spPr>
          <a:xfrm>
            <a:off x="0" y="6159500"/>
            <a:ext cx="16256000" cy="29845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A47D68C-2B57-4CA6-4A82-6A5BD4DCF512}"/>
              </a:ext>
            </a:extLst>
          </p:cNvPr>
          <p:cNvPicPr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2600" y="330200"/>
            <a:ext cx="2387600" cy="8128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6A4F5E9-A9D2-98EC-EB18-B3F2B1235DA8}"/>
              </a:ext>
            </a:extLst>
          </p:cNvPr>
          <p:cNvSpPr txBox="1"/>
          <p:nvPr/>
        </p:nvSpPr>
        <p:spPr>
          <a:xfrm>
            <a:off x="736600" y="533400"/>
            <a:ext cx="660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FFFFFF"/>
                </a:solidFill>
                <a:latin typeface="Arial" panose="020B0604020202020204" pitchFamily="34" charset="0"/>
              </a:rPr>
              <a:t>Worlda Global Auto</a:t>
            </a:r>
            <a:endParaRPr lang="zh-CN" altLang="en-US" sz="2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ADC2E0-9835-CA69-961E-4BC3D822D4D1}"/>
              </a:ext>
            </a:extLst>
          </p:cNvPr>
          <p:cNvSpPr txBox="1"/>
          <p:nvPr/>
        </p:nvSpPr>
        <p:spPr>
          <a:xfrm>
            <a:off x="736600" y="6756400"/>
            <a:ext cx="11557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900" b="1">
                <a:solidFill>
                  <a:srgbClr val="FFFFFF"/>
                </a:solidFill>
                <a:latin typeface="Arial" panose="020B0604020202020204" pitchFamily="34" charset="0"/>
              </a:rPr>
              <a:t>Vehicle Stock Ready for Export</a:t>
            </a:r>
            <a:endParaRPr lang="zh-CN" altLang="en-US" sz="39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2501E4-4204-9915-74D6-E983A44461A2}"/>
              </a:ext>
            </a:extLst>
          </p:cNvPr>
          <p:cNvSpPr txBox="1"/>
          <p:nvPr/>
        </p:nvSpPr>
        <p:spPr>
          <a:xfrm>
            <a:off x="762000" y="7543800"/>
            <a:ext cx="11811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FFFFFF"/>
                </a:solidFill>
                <a:latin typeface="Arial" panose="020B0604020202020204" pitchFamily="34" charset="0"/>
              </a:rPr>
              <a:t>Available units prepared for overseas buyers.</a:t>
            </a:r>
            <a:endParaRPr lang="zh-CN" altLang="en-US" sz="2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844821-635B-E0C3-A697-4D8F73532BC0}"/>
              </a:ext>
            </a:extLst>
          </p:cNvPr>
          <p:cNvSpPr txBox="1"/>
          <p:nvPr/>
        </p:nvSpPr>
        <p:spPr>
          <a:xfrm>
            <a:off x="10693400" y="7975600"/>
            <a:ext cx="4572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2100" b="1">
                <a:solidFill>
                  <a:srgbClr val="FFFFFF"/>
                </a:solidFill>
                <a:latin typeface="Arial" panose="020B0604020202020204" pitchFamily="34" charset="0"/>
              </a:rPr>
              <a:t>WhatsApp: +86 13810710061</a:t>
            </a:r>
            <a:endParaRPr lang="zh-CN" altLang="en-US" sz="2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378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4E52A9-E627-00E6-FD3E-0BB16B9724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31"/>
            <a:ext cx="16256000" cy="914886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A979A90-BA2D-764B-8D68-653E8CCF733C}"/>
              </a:ext>
            </a:extLst>
          </p:cNvPr>
          <p:cNvSpPr/>
          <p:nvPr/>
        </p:nvSpPr>
        <p:spPr>
          <a:xfrm>
            <a:off x="0" y="0"/>
            <a:ext cx="16256000" cy="1841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2D32AA-29D5-B691-E594-08E7B352DB01}"/>
              </a:ext>
            </a:extLst>
          </p:cNvPr>
          <p:cNvSpPr/>
          <p:nvPr/>
        </p:nvSpPr>
        <p:spPr>
          <a:xfrm>
            <a:off x="0" y="6159500"/>
            <a:ext cx="16256000" cy="29845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9D0DA0-863A-8F54-5D70-0E549721B4BE}"/>
              </a:ext>
            </a:extLst>
          </p:cNvPr>
          <p:cNvPicPr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2600" y="330200"/>
            <a:ext cx="2387600" cy="8128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A9C0343-FA8A-958F-4F6C-42EA4EC0EA2F}"/>
              </a:ext>
            </a:extLst>
          </p:cNvPr>
          <p:cNvSpPr txBox="1"/>
          <p:nvPr/>
        </p:nvSpPr>
        <p:spPr>
          <a:xfrm>
            <a:off x="736600" y="533400"/>
            <a:ext cx="660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FFFFFF"/>
                </a:solidFill>
                <a:latin typeface="Arial" panose="020B0604020202020204" pitchFamily="34" charset="0"/>
              </a:rPr>
              <a:t>Worlda Global Auto</a:t>
            </a:r>
            <a:endParaRPr lang="zh-CN" altLang="en-US" sz="2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32F4C6-23BB-1204-FA21-C0AEB2EB7021}"/>
              </a:ext>
            </a:extLst>
          </p:cNvPr>
          <p:cNvSpPr txBox="1"/>
          <p:nvPr/>
        </p:nvSpPr>
        <p:spPr>
          <a:xfrm>
            <a:off x="736600" y="6756400"/>
            <a:ext cx="11557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900" b="1">
                <a:solidFill>
                  <a:srgbClr val="FFFFFF"/>
                </a:solidFill>
                <a:latin typeface="Arial" panose="020B0604020202020204" pitchFamily="34" charset="0"/>
              </a:rPr>
              <a:t>Destination: United Arab Emirates</a:t>
            </a:r>
            <a:endParaRPr lang="zh-CN" altLang="en-US" sz="39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B59A7E-345D-76E8-A2DE-99E79D232F48}"/>
              </a:ext>
            </a:extLst>
          </p:cNvPr>
          <p:cNvSpPr txBox="1"/>
          <p:nvPr/>
        </p:nvSpPr>
        <p:spPr>
          <a:xfrm>
            <a:off x="762000" y="7543800"/>
            <a:ext cx="11811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FFFFFF"/>
                </a:solidFill>
                <a:latin typeface="Arial" panose="020B0604020202020204" pitchFamily="34" charset="0"/>
              </a:rPr>
              <a:t>Route planning by destination country and port.</a:t>
            </a:r>
            <a:endParaRPr lang="zh-CN" altLang="en-US" sz="2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246811-F4AC-9C94-A62D-A736A5EEC1FA}"/>
              </a:ext>
            </a:extLst>
          </p:cNvPr>
          <p:cNvSpPr txBox="1"/>
          <p:nvPr/>
        </p:nvSpPr>
        <p:spPr>
          <a:xfrm>
            <a:off x="10693400" y="7975600"/>
            <a:ext cx="4572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2100" b="1">
                <a:solidFill>
                  <a:srgbClr val="FFFFFF"/>
                </a:solidFill>
                <a:latin typeface="Arial" panose="020B0604020202020204" pitchFamily="34" charset="0"/>
              </a:rPr>
              <a:t>WhatsApp: +86 13810710061</a:t>
            </a:r>
            <a:endParaRPr lang="zh-CN" altLang="en-US" sz="2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028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A59A1FF-CCF4-68AB-C579-676E72852A3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31"/>
            <a:ext cx="16256000" cy="914886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9DB685E-FC7D-82B0-C04D-BBE8419B02EB}"/>
              </a:ext>
            </a:extLst>
          </p:cNvPr>
          <p:cNvSpPr/>
          <p:nvPr/>
        </p:nvSpPr>
        <p:spPr>
          <a:xfrm>
            <a:off x="0" y="0"/>
            <a:ext cx="16256000" cy="1841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2AEB12-1839-3A29-7CFF-76BAA208C8F7}"/>
              </a:ext>
            </a:extLst>
          </p:cNvPr>
          <p:cNvSpPr/>
          <p:nvPr/>
        </p:nvSpPr>
        <p:spPr>
          <a:xfrm>
            <a:off x="0" y="6159500"/>
            <a:ext cx="16256000" cy="29845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3EA5F6C-1137-D66B-296B-18CC11827CEC}"/>
              </a:ext>
            </a:extLst>
          </p:cNvPr>
          <p:cNvPicPr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2600" y="330200"/>
            <a:ext cx="2387600" cy="8128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F371393-C73A-93B9-D9E3-1141917FB334}"/>
              </a:ext>
            </a:extLst>
          </p:cNvPr>
          <p:cNvSpPr txBox="1"/>
          <p:nvPr/>
        </p:nvSpPr>
        <p:spPr>
          <a:xfrm>
            <a:off x="736600" y="533400"/>
            <a:ext cx="660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FFFFFF"/>
                </a:solidFill>
                <a:latin typeface="Arial" panose="020B0604020202020204" pitchFamily="34" charset="0"/>
              </a:rPr>
              <a:t>Worlda Global Auto</a:t>
            </a:r>
            <a:endParaRPr lang="zh-CN" altLang="en-US" sz="2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E9C770-BAAE-A60D-E766-D38F6FBB1010}"/>
              </a:ext>
            </a:extLst>
          </p:cNvPr>
          <p:cNvSpPr txBox="1"/>
          <p:nvPr/>
        </p:nvSpPr>
        <p:spPr>
          <a:xfrm>
            <a:off x="736600" y="6756400"/>
            <a:ext cx="11557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900" b="1">
                <a:solidFill>
                  <a:srgbClr val="FFFFFF"/>
                </a:solidFill>
                <a:latin typeface="Arial" panose="020B0604020202020204" pitchFamily="34" charset="0"/>
              </a:rPr>
              <a:t>Port Loading and Shipment Coordination</a:t>
            </a:r>
            <a:endParaRPr lang="zh-CN" altLang="en-US" sz="39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8E9B19-B6E3-74D8-418A-2B42AE8DE3DD}"/>
              </a:ext>
            </a:extLst>
          </p:cNvPr>
          <p:cNvSpPr txBox="1"/>
          <p:nvPr/>
        </p:nvSpPr>
        <p:spPr>
          <a:xfrm>
            <a:off x="762000" y="7543800"/>
            <a:ext cx="11811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FFFFFF"/>
                </a:solidFill>
                <a:latin typeface="Arial" panose="020B0604020202020204" pitchFamily="34" charset="0"/>
              </a:rPr>
              <a:t>Sea freight and loading schedule arranged in advance.</a:t>
            </a:r>
            <a:endParaRPr lang="zh-CN" altLang="en-US" sz="2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4613EA3-3DB5-96C5-712B-650F9DF18B57}"/>
              </a:ext>
            </a:extLst>
          </p:cNvPr>
          <p:cNvSpPr txBox="1"/>
          <p:nvPr/>
        </p:nvSpPr>
        <p:spPr>
          <a:xfrm>
            <a:off x="10693400" y="7975600"/>
            <a:ext cx="4572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2100" b="1">
                <a:solidFill>
                  <a:srgbClr val="FFFFFF"/>
                </a:solidFill>
                <a:latin typeface="Arial" panose="020B0604020202020204" pitchFamily="34" charset="0"/>
              </a:rPr>
              <a:t>WhatsApp: +86 13810710061</a:t>
            </a:r>
            <a:endParaRPr lang="zh-CN" altLang="en-US" sz="2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385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62082D8-25A4-8C9E-BA55-6FCCC5C5BBC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31"/>
            <a:ext cx="16256000" cy="914886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FF11B93-85DB-A960-A4E0-AC99DE27BA93}"/>
              </a:ext>
            </a:extLst>
          </p:cNvPr>
          <p:cNvSpPr/>
          <p:nvPr/>
        </p:nvSpPr>
        <p:spPr>
          <a:xfrm>
            <a:off x="0" y="0"/>
            <a:ext cx="16256000" cy="1841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BBC863-1369-18FB-D7E8-923B2A076D23}"/>
              </a:ext>
            </a:extLst>
          </p:cNvPr>
          <p:cNvSpPr/>
          <p:nvPr/>
        </p:nvSpPr>
        <p:spPr>
          <a:xfrm>
            <a:off x="0" y="6159500"/>
            <a:ext cx="16256000" cy="29845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CF07246-FD83-0B4E-0584-06C5D16F926F}"/>
              </a:ext>
            </a:extLst>
          </p:cNvPr>
          <p:cNvPicPr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2600" y="330200"/>
            <a:ext cx="2387600" cy="8128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E42D144-C532-B4BD-24E7-3FCD178FF80A}"/>
              </a:ext>
            </a:extLst>
          </p:cNvPr>
          <p:cNvSpPr txBox="1"/>
          <p:nvPr/>
        </p:nvSpPr>
        <p:spPr>
          <a:xfrm>
            <a:off x="736600" y="533400"/>
            <a:ext cx="660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FFFFFF"/>
                </a:solidFill>
                <a:latin typeface="Arial" panose="020B0604020202020204" pitchFamily="34" charset="0"/>
              </a:rPr>
              <a:t>Worlda Global Auto</a:t>
            </a:r>
            <a:endParaRPr lang="zh-CN" altLang="en-US" sz="2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41BACD-2E18-5C9D-4E76-61B965E59A39}"/>
              </a:ext>
            </a:extLst>
          </p:cNvPr>
          <p:cNvSpPr txBox="1"/>
          <p:nvPr/>
        </p:nvSpPr>
        <p:spPr>
          <a:xfrm>
            <a:off x="736600" y="6756400"/>
            <a:ext cx="11557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900" b="1">
                <a:solidFill>
                  <a:srgbClr val="FFFFFF"/>
                </a:solidFill>
                <a:latin typeface="Arial" panose="020B0604020202020204" pitchFamily="34" charset="0"/>
              </a:rPr>
              <a:t>Export Documents Checked Before Shipment</a:t>
            </a:r>
            <a:endParaRPr lang="zh-CN" altLang="en-US" sz="39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13FFD0-6F5D-F0F6-FC80-64FD7A40D422}"/>
              </a:ext>
            </a:extLst>
          </p:cNvPr>
          <p:cNvSpPr txBox="1"/>
          <p:nvPr/>
        </p:nvSpPr>
        <p:spPr>
          <a:xfrm>
            <a:off x="762000" y="7543800"/>
            <a:ext cx="11811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FFFFFF"/>
                </a:solidFill>
                <a:latin typeface="Arial" panose="020B0604020202020204" pitchFamily="34" charset="0"/>
              </a:rPr>
              <a:t>Invoice, packing list, COC and export declaration reviewed.</a:t>
            </a:r>
            <a:endParaRPr lang="zh-CN" altLang="en-US" sz="2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EF97FD-9D65-34DD-9F36-07AF6DE0B381}"/>
              </a:ext>
            </a:extLst>
          </p:cNvPr>
          <p:cNvSpPr txBox="1"/>
          <p:nvPr/>
        </p:nvSpPr>
        <p:spPr>
          <a:xfrm>
            <a:off x="10693400" y="7975600"/>
            <a:ext cx="4572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2100" b="1">
                <a:solidFill>
                  <a:srgbClr val="FFFFFF"/>
                </a:solidFill>
                <a:latin typeface="Arial" panose="020B0604020202020204" pitchFamily="34" charset="0"/>
              </a:rPr>
              <a:t>WhatsApp: +86 13810710061</a:t>
            </a:r>
            <a:endParaRPr lang="zh-CN" altLang="en-US" sz="2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759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9B8F4D-F0A7-A9EE-59CD-F7C5A69D0E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31"/>
            <a:ext cx="16256000" cy="914886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1AA8E0A-C203-1A37-2CE8-2B8A570CD139}"/>
              </a:ext>
            </a:extLst>
          </p:cNvPr>
          <p:cNvSpPr/>
          <p:nvPr/>
        </p:nvSpPr>
        <p:spPr>
          <a:xfrm>
            <a:off x="0" y="0"/>
            <a:ext cx="16256000" cy="1841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1A9909-708C-6C1E-DB46-38D01C7FC71B}"/>
              </a:ext>
            </a:extLst>
          </p:cNvPr>
          <p:cNvSpPr/>
          <p:nvPr/>
        </p:nvSpPr>
        <p:spPr>
          <a:xfrm>
            <a:off x="0" y="6159500"/>
            <a:ext cx="16256000" cy="29845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3651EB2-A4DE-F7E9-1DF3-207D7A5544E4}"/>
              </a:ext>
            </a:extLst>
          </p:cNvPr>
          <p:cNvPicPr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2600" y="330200"/>
            <a:ext cx="2387600" cy="8128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9B59E9C-550A-EA24-9682-C9525A45BE8F}"/>
              </a:ext>
            </a:extLst>
          </p:cNvPr>
          <p:cNvSpPr txBox="1"/>
          <p:nvPr/>
        </p:nvSpPr>
        <p:spPr>
          <a:xfrm>
            <a:off x="736600" y="533400"/>
            <a:ext cx="660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FFFFFF"/>
                </a:solidFill>
                <a:latin typeface="Arial" panose="020B0604020202020204" pitchFamily="34" charset="0"/>
              </a:rPr>
              <a:t>Worlda Global Auto</a:t>
            </a:r>
            <a:endParaRPr lang="zh-CN" altLang="en-US" sz="2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DB77A7-0D51-5B2F-36BA-314CBA792691}"/>
              </a:ext>
            </a:extLst>
          </p:cNvPr>
          <p:cNvSpPr txBox="1"/>
          <p:nvPr/>
        </p:nvSpPr>
        <p:spPr>
          <a:xfrm>
            <a:off x="736600" y="6756400"/>
            <a:ext cx="11557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900" b="1">
                <a:solidFill>
                  <a:srgbClr val="FFFFFF"/>
                </a:solidFill>
                <a:latin typeface="Arial" panose="020B0604020202020204" pitchFamily="34" charset="0"/>
              </a:rPr>
              <a:t>Vehicles Ready for Global Shipment</a:t>
            </a:r>
            <a:endParaRPr lang="zh-CN" altLang="en-US" sz="39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1B29C2-3280-ED01-F00A-4AEFB3C5E83F}"/>
              </a:ext>
            </a:extLst>
          </p:cNvPr>
          <p:cNvSpPr txBox="1"/>
          <p:nvPr/>
        </p:nvSpPr>
        <p:spPr>
          <a:xfrm>
            <a:off x="762000" y="7543800"/>
            <a:ext cx="11811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FFFFFF"/>
                </a:solidFill>
                <a:latin typeface="Arial" panose="020B0604020202020204" pitchFamily="34" charset="0"/>
              </a:rPr>
              <a:t>Clear export plan before order execution.</a:t>
            </a:r>
            <a:endParaRPr lang="zh-CN" altLang="en-US" sz="2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27E2960-DE2E-CE02-513C-E850C4845F3D}"/>
              </a:ext>
            </a:extLst>
          </p:cNvPr>
          <p:cNvSpPr txBox="1"/>
          <p:nvPr/>
        </p:nvSpPr>
        <p:spPr>
          <a:xfrm>
            <a:off x="10693400" y="7975600"/>
            <a:ext cx="4572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2100" b="1">
                <a:solidFill>
                  <a:srgbClr val="FFFFFF"/>
                </a:solidFill>
                <a:latin typeface="Arial" panose="020B0604020202020204" pitchFamily="34" charset="0"/>
              </a:rPr>
              <a:t>WhatsApp: +86 13810710061</a:t>
            </a:r>
            <a:endParaRPr lang="zh-CN" altLang="en-US" sz="2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651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Microsoft Office PowerPoint</Application>
  <PresentationFormat>自定义</PresentationFormat>
  <Paragraphs>20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melody cheung</dc:creator>
  <cp:lastModifiedBy>melody cheung</cp:lastModifiedBy>
  <cp:revision>1</cp:revision>
  <dcterms:created xsi:type="dcterms:W3CDTF">2026-06-30T07:40:41Z</dcterms:created>
  <dcterms:modified xsi:type="dcterms:W3CDTF">2026-06-30T07:40:41Z</dcterms:modified>
</cp:coreProperties>
</file>